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reading the repository code and the DQCL PDF. Nothing was executed, so no performance numbers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ParseAnything Atlas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document parser for AI: messy files in, structured and citable output out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DataQuest 3.0  |  DQCL problem statement (Cenizas Labs)  |  Explained from the files in the code/ folder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plain words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DQCL asks for, and how Atlas answers 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DQCL asks for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parser for every business file (PDF, scans, Office, email)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text, tables and reading order, nothing invented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carries page, position and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content is flagged, bad files fail safely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answers with 3 steps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17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Detect and route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real format from file bytes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Extract and assemble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blocks, reading order, tables merged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1089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154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Flag and fail safe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 scores blocks; errors are structured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finance, legal and ops teams, where one wrong table cell matters.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file travels through the code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arrows: each box names the file that does the 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E3F3F7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" y="1463040"/>
            <a:ext cx="1133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backend/main.py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/v1/documents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64792" y="137160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37944" y="1463040"/>
            <a:ext cx="1133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app/detect.py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bytes, not extension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44952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9544" y="137160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E3F3F7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82696" y="1463040"/>
            <a:ext cx="1133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app/extractors/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Office, image, email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54296" y="137160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1463040"/>
            <a:ext cx="1133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app/assembly.py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captions, table merge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34456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99048" y="137160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E3F3F7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63040"/>
            <a:ext cx="1133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validation/ + trust_gate.py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checks, confidence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43800" y="1371600"/>
            <a:ext cx="1280160" cy="1737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16952" y="1463040"/>
            <a:ext cx="1133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 + atlas-ui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review, export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app/pipeline.py parse(bytes, filename) wraps everything in a 60-second timeout and always returns a result or a structured error code. backend/worker.py runs the same steps in the background and saves blocks, validation events and page images to the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files: the parsing engine (app/)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separate pieces; each one can be swapped without touching the rest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(plain words)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to DQCL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Block, Page, Document: id, type, page, bbox, confidence,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blocks with provenance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error codes (CORRUPT_FILE, TIMEOUT, 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gracefully, never crash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file bytes to find the format; profiles PDF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and 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that pick an extractor per format or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to right extractor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parse(): one entry point with timeout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entry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extractors/pdf_extractor.py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with positions, headings, headers/footers, 2-column order,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Fidelity, tables,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extractors/image_extractor.py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(Tesseract) on PNG/JPG with per-line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content (scans)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extractors/office_extractor.py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DOCX, XLSX (sheet = page), PPTX (slide = page), EML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sprawl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 tree, caption-figure link, cross-page table merge, Markdown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order, merged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trust_gate.py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&gt;=0.85 verified, 0.60-0.85 review, &lt;0.60 abstain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Flag, never guess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validation/table_reconciliation.py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totals, qty x price, growth %, percent shares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Self-checking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files: API, screens and proof (backend/ and root)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engine becomes a usable product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(plain words)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to DQCL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backend/main.py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routes: upload, jobs, blocks, ask, review, exports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HTTP entry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backend/worker.py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job: detect &gt; extract &gt; assemble &gt; validate &gt; save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backend/models.py, db.py, storage.py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tables; saves originals to disk or MinIO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and bbox provenance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features/ask.py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questions only from blocks, with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 exact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features/pii.py, export.py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Masks emails/phones/IDs; exports MD, JSON, CSV, 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by AI and people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atlas-ui.html + atlas-ingest.js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app: page view with boxes, review queue,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reviewer (bonus)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benchmark.py, tests/ (57 tests)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and checks for detection, tables, Q&amp;A,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Dockerfile, docker-compose.yml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with Tesseract; optional MinIO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samples/ (7 PDFs)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report, 2-column paper, blurry scan, multilingual, infographic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scorecard against DQCL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reading the code (not by running it)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6576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6304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blocks with page, bbox, confidence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Magic-byte detection, structured errors, 60s timeout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PDF text, headings, header/footer, 2-column order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tables + cross-page merge + math checks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DOCX, XLSX, PPTX, EML; image OCR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gate, Q&amp;A citations, review queue, PII mask, exports, Docker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657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46304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placeholders; no chart values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found by pattern, not LaTeX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page profiles exist but are not used by the live pipeline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runs for image files only, not scanned PDF pages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flagged by keyword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6576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46304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Markdown, TXT, RTF; TIFF, HEIC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DOC/XLS/PPT (clear error given)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attachments parsed recursively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changes, comments, speaker notes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rowspan/colspan, HTML tables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today, and what to fix next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failure analysis, as DQCL requires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0058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Scanned PDFs return little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pdf_extractor.py has no OCR step, and router.py is not connected. Fix: use detect_pdf_page_profile per page and send scan pages to the OCR code in image_extractor.py.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202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Setup is not reproducible yet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lists 8 packages but omits PyMuPDF, pdfplumber, python-docx, openpyxl, python-pptx and pytesseract. Fix: add them, pinned.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73152" cy="7772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346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Email and format gaps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 check in backend/validation.py rejects .eml although the parser reads it, and attachments are not opened. Fix: allow .eml and recurse into attachments.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7490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Figures and math stay shallow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return a placeholder and equations are plain text. Fix: add a vision step for chart values and a LaTeX converter, with lowered confidence.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ParseAnything Atlas</dc:title>
  <dc:subject>PptxGenJS Presentation</dc:subject>
  <dc:creator>PptxGenJS</dc:creator>
  <cp:lastModifiedBy>PptxGenJS</cp:lastModifiedBy>
  <cp:revision>1</cp:revision>
  <dcterms:created xsi:type="dcterms:W3CDTF">2026-10-08T02:13:11Z</dcterms:created>
  <dcterms:modified xsi:type="dcterms:W3CDTF">2026-10-08T02:13:11Z</dcterms:modified>
</cp:coreProperties>
</file>